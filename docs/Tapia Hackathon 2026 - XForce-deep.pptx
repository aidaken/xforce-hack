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8"/>
    <p:restoredTop sz="94658"/>
  </p:normalViewPr>
  <p:slideViewPr>
    <p:cSldViewPr snapToGrid="0">
      <p:cViewPr varScale="1">
        <p:scale>
          <a:sx n="114" d="100"/>
          <a:sy n="114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2EF5-246A-361B-3C5C-CC4A5F5D7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F753B-D1E8-D958-4D31-AECF47FF2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FD120-35FD-CC5D-A2FF-BF943951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E1933-F518-D91A-4036-C6A3C01B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94C25-2AD9-4715-67FD-EC5C60B0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0232-B8C9-493E-E9BC-68935EE5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FC765-5CC0-73A8-EF26-831C0EAE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1D990-540F-DCBE-9372-4120B013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D90DE-3BFE-777D-9E7A-60CC2AA6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76867-EBB2-8D54-42DD-55844111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3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0B7D-93ED-1210-E950-FCA3DEF84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1653A-AEEF-14BE-7CBB-2632AC7F0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970E-E296-8C80-40EA-792FD990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2B71-A51F-56F5-F910-7AD69A75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1C19-291E-8969-ABE7-140B5E0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3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2E0F-B8AF-B1DE-D79A-77A9B6ED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0C3B-2A86-3447-1CD2-A72038B1D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31A54-F988-E549-2717-8B67EF682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9EE29-1645-1F02-5182-CB203B2C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CF103-E6BB-CE74-58F4-2626A5B4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6B619-8F91-52C8-831D-8174B919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4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5774-CB94-E4C8-E328-EB2956F3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452A0-1EA4-1E36-3036-4E0DD158B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AF4F-A3BE-F978-7E38-8943F7A7A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D7FAC-BDF5-59C1-43BB-BF5941449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AFFE7-7847-25FF-A123-F9AAB2DB9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AB408-100F-CE88-1B56-F0135501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6F0A9-0ACD-95D4-DF46-84E51578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07C69-2ACA-3022-3F0D-646262CF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5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40F1-7888-3193-4C50-0E13E57A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FEBEE-592C-B4A9-A14E-714F1CCA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C889D-CC1C-D791-9123-C241AC40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4F59C-EDC9-B45D-5D13-827FDFC9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02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CCF4C-9286-910F-0D0D-BFEBC05E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6A190-8EF5-5BC7-7F3B-02E1975C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CEDAB-2F7B-44A5-D75C-6FCFCC9C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4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7C3B-AF43-7643-A0E8-B3404722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531A-6CCE-7A3C-7FC8-FF3C22A8B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EDEFC-53CF-EDE2-8FDA-E48035715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D3555-3975-1E52-6079-713F00A3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3241B-4691-D0F5-A6C3-8A5D186A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99082-75B6-156C-A482-179388E4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9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E7BE-B8E2-5FCA-05B8-F6229506D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1DBA9-0E35-BB69-8492-599F19214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F2C74-F9CA-B2BC-805E-41C3C55E6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D1230-FCE2-7F3C-1117-80AC9A4F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013F5-F596-CA82-1796-3A200911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426B7-8153-87BF-46EE-68F31AED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CE73-75DE-EFF0-1D6B-5C5A947F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4055B-1776-10F9-504B-07DDDE337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C25C3-0E8F-5598-F763-5FACA220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A7A-84A8-87AA-0FF5-89C02CDE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BAF52-C323-7FD7-E9C1-15D10EF2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0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423768-4D40-A9FC-5934-22F5AA755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7046C-2D08-9FC4-BA34-607FDEA73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2AF3E-826F-F3C6-8569-CCDE9D8D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28E25-AE36-171B-7D0E-714CE177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06FA3-10C0-57BA-9AA6-419327DF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961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8377F-61D4-A9E2-33A3-146A24BF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7C568-B583-A7A0-C456-3FCF1D038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5B2CC-2BF8-DB7B-0538-F3906D6D5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5AD8D-CB69-2343-99F9-2491BE1AF50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FE6C0-D811-C46F-8F89-A2653E30A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67DE-1E75-D724-F639-A53BB7B57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D982F-AF4E-1E47-9CBF-7AE3C30E9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3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8FEFF-0268-007D-C299-1732DF816782}"/>
              </a:ext>
            </a:extLst>
          </p:cNvPr>
          <p:cNvSpPr txBox="1"/>
          <p:nvPr/>
        </p:nvSpPr>
        <p:spPr>
          <a:xfrm>
            <a:off x="494000" y="2396769"/>
            <a:ext cx="63863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b="0"/>
              <a:t>Aidar Kenzhebaev</a:t>
            </a:r>
          </a:p>
          <a:p>
            <a:pPr/>
            <a:r>
              <a:rPr b="0" sz="2200"/>
              <a:t>Alexander Radovich</a:t>
            </a:r>
          </a:p>
          <a:p>
            <a:pPr/>
            <a:r>
              <a:rPr b="0" sz="2200"/>
              <a:t>Shahaan Khan</a:t>
            </a:r>
          </a:p>
          <a:p>
            <a:pPr/>
            <a:r>
              <a:rPr b="0" sz="220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C5B29-4062-CB6F-7EA8-B16F866045E2}"/>
              </a:ext>
            </a:extLst>
          </p:cNvPr>
          <p:cNvSpPr txBox="1"/>
          <p:nvPr/>
        </p:nvSpPr>
        <p:spPr>
          <a:xfrm>
            <a:off x="7471317" y="3657600"/>
            <a:ext cx="4148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b="1"/>
              <a:t>XFORCE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43B33-02A9-8524-6F8D-C398650C2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15" b="11330"/>
          <a:stretch>
            <a:fillRect/>
          </a:stretch>
        </p:blipFill>
        <p:spPr>
          <a:xfrm>
            <a:off x="0" y="0"/>
            <a:ext cx="12223972" cy="172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6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B9A2-0076-DB9E-C7FE-CE330365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[2] Neurodiversity-Adaptive Study Workspace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B552-716A-002B-4DD5-572CBE229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078"/>
            <a:ext cx="10515600" cy="4548885"/>
          </a:xfrm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b="1" sz="1400"/>
              <a:t>Assumptions — why they matter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Source is exam-authoritative. A loose paraphrase can teach a fact that is not on the test. We change shape (flowchart / checklist / quest), not the science; every node keeps a claim id back to the original sentence.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We are not diagnosing anyone. ADHD / dyslexia modes encode study costs: Mara drops the thread without a next action; Devon pays per word to decode. Devon and Mara are composites — say so if a judge asks.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Font tools keep the same paragraph. That is the failure. Devon needs fewer words and a visible branch. Mara needs one live step and her place held. Opposite repairs, same paragraph.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The agent will get something wrong. Summarizers drop “negative feedback” or invent “sweating cools faster than shivering.” Judges asked us to catch that. A human teammate is the last word.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b="1" sz="1400"/>
              <a:t>Additional features — beyond the brief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Same Human Physiology Ch. 12 passage (thermoregulation / 37 °C), two shapes: flowchart for Devon, staged quest for Mara — not two font sizes.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Decide is on-screen: classify the material (sequential / branching / definitional) × the learner, then state the reason. That line is what proves it is agentic, not a template.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Self-check splits the page into S1–S6. Missing claims and unsupported claims are first-class flags, not a later rubric.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Adapt is not “simplify.” “I keep losing my place” holds state. “Too broken up” switches to a flowchart. “Why it stops” expands only S6. Simplifying everything would simplify the biology away.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400"/>
              <a:t>Human-in-the-loop: a teammate reads the original beside the remake and signs off on both flags before we call it done.</a:t>
            </a:r>
          </a:p>
        </p:txBody>
      </p:sp>
    </p:spTree>
    <p:extLst>
      <p:ext uri="{BB962C8B-B14F-4D97-AF65-F5344CB8AC3E}">
        <p14:creationId xmlns:p14="http://schemas.microsoft.com/office/powerpoint/2010/main" val="1877297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8E8A-BA91-A134-1602-B4B0A1BD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1ED4-A199-9C15-5865-43CFA005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SOLUTION — Rechapter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9768-A96B-C11C-65C5-329094C08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078"/>
            <a:ext cx="10515600" cy="4548885"/>
          </a:xfrm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b="1" sz="1300"/>
              <a:t>What we built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Rechapter is not a chatbot about the chapter. Paste a dense page + a learner profile. It emits a structured artefact — flowchart, checklist, or quest — whose nodes are traceable to source claims, then waits for the student to say it failed.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b="1" sz="1300"/>
              <a:t>Agentic framework, LLM, tools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Loop: Ingest (paste, strip layout) → Split (one numbered claim per assertion) → Decide (material × profile → format + reason) → Produce (JSON nodes with claim ids, not prose) → Self-check (claims in ↔ claims out) → Adapt (re-enter at Decide).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LLM: OpenRouter · DeepSeek V4.1 Flash, called from the Node API.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Tools: claim splitter, format renderer (flow / list / quest), fidelity tracer (lost / invented), learner-profile update so the next page can open already shaped.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b="1" sz="1300"/>
              <a:t>Execution environment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Web app + API on Vercel (xforce-hack.vercel.app). Node ingest/chat endpoints. OpenRouter for the model. One shared Supabase project for team state. Repo: github.com/aidaken/xforce-hack.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b="1" sz="1300"/>
              <a:t>Evaluation · iterative refinement · context complexity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Eval in the product: missing or unsupported claims are blocked before the student sees them. Draft 1 invented a cooling-speed comparison — deleted. S1 (negative feedback) was dropped from the quest steps and restored as the title. A human then reads all six source sentences against the final output.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Refinement: the student never picks a format or names a diagnosis. “Losing my place” keeps the quest, shows one step, pins a recap. “Too broken up” switches to a flowchart so the loop is visible. “Why it stops” rebuilds only S6. The rebuild is re-checked against the same source.</a:t>
            </a:r>
          </a:p>
          <a:p>
            <a:pPr lvl="1">
              <a:spcBef>
                <a:spcPts val="100"/>
              </a:spcBef>
              <a:spcAft>
                <a:spcPts val="400"/>
              </a:spcAft>
            </a:pPr>
            <a:r>
              <a:rPr b="0" sz="1300"/>
              <a:t>Context we actually handle: one exam-grade paragraph (~6 atomic claims) + a two-mode profile. Not a whole chapter, not figures/equations, not a profile learned over weeks. That bound is intentional.</a:t>
            </a:r>
          </a:p>
        </p:txBody>
      </p:sp>
    </p:spTree>
    <p:extLst>
      <p:ext uri="{BB962C8B-B14F-4D97-AF65-F5344CB8AC3E}">
        <p14:creationId xmlns:p14="http://schemas.microsoft.com/office/powerpoint/2010/main" val="412304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4727-B5A2-3DD3-EC71-F2035ABD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607E3-EC82-A09E-81A8-DA5B4C57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757" y="3677003"/>
            <a:ext cx="8183137" cy="3054622"/>
          </a:xfrm>
        </p:spPr>
        <p:txBody>
          <a:bodyPr/>
          <a:lstStyle/>
          <a:p>
            <a:pPr marL="0" indent="0">
              <a:buNone/>
            </a:pPr>
            <a:r>
              <a:rPr sz="1800"/>
              <a:t/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7CC41-C838-8A5C-43E6-D72756B28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3091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168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INSERT CHALLENGE PROBLEM NAME</vt:lpstr>
      <vt:lpstr>YOUR SOLUTION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Taylor, Valerie E.</dc:creator>
  <cp:lastModifiedBy>Taylor, Valerie E.</cp:lastModifiedBy>
  <cp:revision>8</cp:revision>
  <dcterms:created xsi:type="dcterms:W3CDTF">2025-09-12T03:33:25Z</dcterms:created>
  <dcterms:modified xsi:type="dcterms:W3CDTF">2026-09-18T18:25:18Z</dcterms:modified>
</cp:coreProperties>
</file>